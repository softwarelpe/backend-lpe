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0C2340"/>
                </a:solidFill>
              </a:defRPr>
            </a:pPr>
            <a:r>
              <a:t>Plataforma de Consulta de Pasajeros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Propuesta de soluci?n basada en integraci?n con API de Wialon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Contexto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Actualmente se generan reportes en una plataforma de proveedor.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La nueva soluci?n consumir? la API de Wialon para construir una vista propia.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Objetivo de negocio: visibilidad clara y centralizada de abordajes.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Situaci?n Actual vs Objetivo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DF4E6"/>
          </a:solidFill>
          <a:ln>
            <a:solidFill>
              <a:srgbClr val="DC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400">
                <a:solidFill>
                  <a:srgbClr val="0C2340"/>
                </a:solidFill>
              </a:defRPr>
            </a:pPr>
            <a:r>
              <a:t>Actual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Dependencia de plataforma de proveedor.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Consulta manual para validaciones puntuales.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Menor control de la experiencia de usuario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E7F8E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400">
                <a:solidFill>
                  <a:srgbClr val="0C2340"/>
                </a:solidFill>
              </a:defRPr>
            </a:pPr>
            <a:r>
              <a:t>Objetivo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Plataforma propia de consulta por planta, unidad y turno.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Trazabilidad hist?rica en una sola aplicaci?n.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? Base para dashboards y KPIs empresariales.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Flujo de Informaci?n Propuesto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331720" cy="1097280"/>
          </a:xfrm>
          <a:prstGeom prst="roundRect">
            <a:avLst/>
          </a:prstGeom>
          <a:solidFill>
            <a:srgbClr val="E6F0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C2340"/>
                </a:solidFill>
              </a:defRPr>
            </a:pPr>
            <a:r>
              <a:t>Wialon API</a:t>
            </a:r>
          </a:p>
        </p:txBody>
      </p:sp>
      <p:sp>
        <p:nvSpPr>
          <p:cNvPr id="4" name="Chevron 3"/>
          <p:cNvSpPr/>
          <p:nvPr/>
        </p:nvSpPr>
        <p:spPr>
          <a:xfrm>
            <a:off x="3136392" y="2514600"/>
            <a:ext cx="301752" cy="457200"/>
          </a:xfrm>
          <a:prstGeom prst="chevron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2194560"/>
            <a:ext cx="2331720" cy="1097280"/>
          </a:xfrm>
          <a:prstGeom prst="roundRect">
            <a:avLst/>
          </a:prstGeom>
          <a:solidFill>
            <a:srgbClr val="E6F0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C2340"/>
                </a:solidFill>
              </a:defRPr>
            </a:pPr>
            <a:r>
              <a:t>Backend propio</a:t>
            </a:r>
          </a:p>
        </p:txBody>
      </p:sp>
      <p:sp>
        <p:nvSpPr>
          <p:cNvPr id="6" name="Chevron 5"/>
          <p:cNvSpPr/>
          <p:nvPr/>
        </p:nvSpPr>
        <p:spPr>
          <a:xfrm>
            <a:off x="5879592" y="2514600"/>
            <a:ext cx="301752" cy="457200"/>
          </a:xfrm>
          <a:prstGeom prst="chevron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331720" cy="1097280"/>
          </a:xfrm>
          <a:prstGeom prst="roundRect">
            <a:avLst/>
          </a:prstGeom>
          <a:solidFill>
            <a:srgbClr val="E6F0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C2340"/>
                </a:solidFill>
              </a:defRPr>
            </a:pPr>
            <a:r>
              <a:t>Base de datos</a:t>
            </a:r>
          </a:p>
        </p:txBody>
      </p:sp>
      <p:sp>
        <p:nvSpPr>
          <p:cNvPr id="8" name="Chevron 7"/>
          <p:cNvSpPr/>
          <p:nvPr/>
        </p:nvSpPr>
        <p:spPr>
          <a:xfrm>
            <a:off x="8622792" y="2514600"/>
            <a:ext cx="301752" cy="457200"/>
          </a:xfrm>
          <a:prstGeom prst="chevron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2194560"/>
            <a:ext cx="2331720" cy="1097280"/>
          </a:xfrm>
          <a:prstGeom prst="roundRect">
            <a:avLst/>
          </a:prstGeom>
          <a:solidFill>
            <a:srgbClr val="E6F0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C2340"/>
                </a:solidFill>
              </a:defRPr>
            </a:pPr>
            <a:r>
              <a:t>Frontend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Objetivo: desacoplar al frontend de Wialon y construir una plataforma propia, estable y escalable.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Qu? Ya Est? Implementado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Autenticaci?n con token y manejo de sesi?n (SID) en backend.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Ejecuci?n de reportes por planta con lectura de filas y subfilas.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Transformaci?n de datos a entidades de negocio (Planta, Unidad, Pasajero, Evento).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Persistencia local para consultas r?pidas y trazabilidad hist?rica.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Experiencia Esperada para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Pantalla 1: Plantas (unidades y registros por turno).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Pantalla 2: Unidades por planta (resumen operativo).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Pantalla 3: Detalle de unidad (pasajeros, horarios y ubicaciones).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Filtros por fecha, turno y unidad para an?lisis r?pido.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66CC"/>
                </a:solidFill>
              </a:defRPr>
            </a:pPr>
            <a:r>
              <a:t>Nota: la vista de mapa puede habilitarse en una fase posterior.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Riesgos Controlados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Riesgo: expiraci?n/invalidez de SID en Wialon.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Mitigaci?n: refresh de sesi?n y reintento autom?tico en backend.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Riesgo: variaciones en estructura del reporte.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Mitigaci?n: parser robusto y pruebas controladas por plantilla.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05050"/>
                </a:solidFill>
              </a:defRPr>
            </a:pPr>
            <a:r>
              <a:t>Aprobaci?n de dise?o funcional con enfoque Planta -&gt; Unidad -&gt; Detalle.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Integraci?n completa de consulta y persistencia de eventos.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Construcci?n de frontend empresarial y pruebas con usuarios clave.</a:t>
            </a:r>
          </a:p>
          <a:p>
            <a:pPr>
              <a:defRPr sz="2200">
                <a:solidFill>
                  <a:srgbClr val="505050"/>
                </a:solidFill>
              </a:defRPr>
            </a:pPr>
            <a:r>
              <a:t>Salida a producci?n por fases para minimizar riesgos operativos.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0C2340"/>
                </a:solidFill>
              </a:defRPr>
            </a:pPr>
            <a:r>
              <a:t>Propuesta Lista para Avanzar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Integraci?n con Wialon + Plataforma propia de consulta de pasajeros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